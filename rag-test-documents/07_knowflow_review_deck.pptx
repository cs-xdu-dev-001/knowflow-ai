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KnowFlow AI 项目评审材料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用于测试 PPTX 解析、RAG 检索和项目亮点总结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模型配置：支持 OpenAI、DeepSeek、百炼、Gemini、MiniMax、MiMo 等供应商。</a:t>
            </a:r>
          </a:p>
          <a:p>
            <a:pPr>
              <a:defRPr sz="2200"/>
            </a:pPr>
            <a:r>
              <a:t>知识库：创建知识空间，绑定 Embedding 模型，避免向量空间混用。</a:t>
            </a:r>
          </a:p>
          <a:p>
            <a:pPr>
              <a:defRPr sz="2200"/>
            </a:pPr>
            <a:r>
              <a:t>文档入库：MD5 去重、解析、切分、向量化和状态追踪。</a:t>
            </a:r>
          </a:p>
          <a:p>
            <a:pPr>
              <a:defRPr sz="2200"/>
            </a:pPr>
            <a:r>
              <a:t>智能问答：可选知识库上下文，展示引用片段，保存会话历史。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FastAPI 提供 REST API 与流式问答接口。</a:t>
            </a:r>
          </a:p>
          <a:p>
            <a:pPr>
              <a:defRPr sz="2200"/>
            </a:pPr>
            <a:r>
              <a:t>MySQL / SQLite 保存业务数据，Chroma / Local Vector 负责语义检索。</a:t>
            </a:r>
          </a:p>
          <a:p>
            <a:pPr>
              <a:defRPr sz="2200"/>
            </a:pPr>
            <a:r>
              <a:t>模型网关屏蔽供应商差异，API Key 后端加密存储并脱敏展示。</a:t>
            </a:r>
          </a:p>
          <a:p>
            <a:pPr>
              <a:defRPr sz="2200"/>
            </a:pPr>
            <a:r>
              <a:t>文档处理任务提供上传中、解析中、切分完成、向量化完成、失败原因和重试入口。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可测试问题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为什么知识库创建时要绑定 Embedding 模型？</a:t>
            </a:r>
          </a:p>
          <a:p>
            <a:pPr>
              <a:defRPr sz="2200"/>
            </a:pPr>
            <a:r>
              <a:t>系统如何降低大模型幻觉？</a:t>
            </a:r>
          </a:p>
          <a:p>
            <a:pPr>
              <a:defRPr sz="2200"/>
            </a:pPr>
            <a:r>
              <a:t>文档处理状态有哪些？</a:t>
            </a:r>
          </a:p>
          <a:p>
            <a:pPr>
              <a:defRPr sz="2200"/>
            </a:pPr>
            <a:r>
              <a:t>这个项目适合怎么写进简历？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